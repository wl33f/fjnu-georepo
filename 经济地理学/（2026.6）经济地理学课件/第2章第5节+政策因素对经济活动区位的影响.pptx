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2" r:id="rId7"/>
    <p:sldId id="266" r:id="rId8"/>
    <p:sldId id="264" r:id="rId9"/>
    <p:sldId id="260" r:id="rId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CC00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658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EAC0-33D1-4721-80CD-7486EF4CF8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544B7-67DB-402F-BA97-7C34DD7EA9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A9543-A262-4782-B43F-2466364D61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A9062-C63C-4193-B1EE-70D0661DCA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6484F6-E063-4EA7-A078-66225EF040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65061-B05A-4760-AE6A-11269CAC4A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64DB6-1F26-4952-A636-688BEDD73E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40447-43D3-419F-A493-60F530109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71D70-88F8-4A85-87BF-0AF49F67A3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625CF-C9B4-44AD-A978-549DA8E262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A0838-35BF-4E4D-A3BE-4849F5142C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3553A-4F7C-4050-AB21-E3F5E5FB2F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4BE97-E868-4865-9EBD-D9C1DA2246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C7DD553D-EED3-4AC4-8FBA-71AAC5E0FE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2019300"/>
          </a:xfrm>
        </p:spPr>
        <p:txBody>
          <a:bodyPr/>
          <a:lstStyle/>
          <a:p>
            <a:pPr eaLnBrk="1" hangingPunct="1"/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章  第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节</a:t>
            </a:r>
            <a:r>
              <a:rPr lang="zh-CN" altLang="en-US" sz="3600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3600" dirty="0" smtClean="0"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zh-CN" altLang="en-US" sz="3600" dirty="0" smtClean="0"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政策因素及可进入性对经济活动</a:t>
            </a:r>
            <a: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3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区位的影响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276475"/>
            <a:ext cx="7920038" cy="259238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5400"/>
              </a:spcBef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一、政府行为与政策环境对经济活动区位的影响</a:t>
            </a:r>
          </a:p>
          <a:p>
            <a:pPr eaLnBrk="1" hangingPunct="1">
              <a:lnSpc>
                <a:spcPct val="130000"/>
              </a:lnSpc>
              <a:spcBef>
                <a:spcPts val="5400"/>
              </a:spcBef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ea typeface="黑体" pitchFamily="49" charset="-122"/>
              </a:rPr>
              <a:t>二、可进入性对经济活动区位的影响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893175" cy="1143000"/>
          </a:xfrm>
        </p:spPr>
        <p:txBody>
          <a:bodyPr/>
          <a:lstStyle/>
          <a:p>
            <a:pPr algn="l" eaLnBrk="1" hangingPunct="1"/>
            <a:r>
              <a:rPr lang="zh-CN" altLang="en-US" sz="3200" smtClean="0">
                <a:solidFill>
                  <a:srgbClr val="FFFF00"/>
                </a:solidFill>
                <a:ea typeface="黑体" pitchFamily="49" charset="-122"/>
              </a:rPr>
              <a:t>一、政府行为与政策环境对经济活动区位的影响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政府购买本身形成庞大的市场</a:t>
            </a: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政府通过制定相应的政策、法规规范经济活动行为，促进自由竞争环境形成；</a:t>
            </a: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区域政策：政府通过规划和政府对特定地区的基础设施的投入，引导经济活动在空间上向某一特定区域发展；</a:t>
            </a: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产业政策：政府通过税收优惠以及财政补贴等经济政策，调节经济活动区位；</a:t>
            </a:r>
            <a:endParaRPr lang="en-US" altLang="zh-CN" sz="2400" smtClean="0">
              <a:solidFill>
                <a:schemeClr val="bg1"/>
              </a:solidFill>
              <a:ea typeface="黑体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400" smtClean="0">
                <a:solidFill>
                  <a:schemeClr val="bg1"/>
                </a:solidFill>
                <a:ea typeface="黑体" pitchFamily="49" charset="-122"/>
              </a:rPr>
              <a:t>环境政策：制定环境保护和污染控制法规，严格筛选进驻的行业与企业，大力度处罚污染企业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环境政策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buFontTx/>
              <a:buAutoNum type="arabicPeriod"/>
            </a:pPr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经济活动对环境的影响</a:t>
            </a: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）经济活动性质不同以及采取的措施不同，对环境的影响不同；</a:t>
            </a: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）各国制定的环境质量标准不同，影响经济活动布局；</a:t>
            </a: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（</a:t>
            </a:r>
            <a:r>
              <a:rPr lang="en-US" altLang="zh-CN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）措施；</a:t>
            </a: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zh-CN" altLang="en-US" sz="28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en-US" sz="2400" smtClean="0">
                <a:solidFill>
                  <a:schemeClr val="accent1"/>
                </a:solidFill>
                <a:latin typeface="黑体" pitchFamily="49" charset="-122"/>
                <a:ea typeface="黑体" pitchFamily="49" charset="-122"/>
              </a:rPr>
              <a:t>福州市生猪外迁事件</a:t>
            </a:r>
          </a:p>
          <a:p>
            <a:pPr marL="609600" indent="-609600" eaLnBrk="1" hangingPunct="1">
              <a:lnSpc>
                <a:spcPct val="120000"/>
              </a:lnSpc>
              <a:buFontTx/>
              <a:buNone/>
            </a:pPr>
            <a:r>
              <a:rPr lang="en-US" altLang="zh-CN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smtClean="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环境影响与制约经济活动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388" y="188913"/>
            <a:ext cx="8229600" cy="6480175"/>
          </a:xfrm>
        </p:spPr>
      </p:pic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8578850" y="3357563"/>
            <a:ext cx="565150" cy="253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rgbClr val="FFFF00"/>
                </a:solidFill>
                <a:ea typeface="黑体" pitchFamily="49" charset="-122"/>
              </a:rPr>
              <a:t>我国碳排放居世界第一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84" name="Group 144"/>
          <p:cNvGraphicFramePr>
            <a:graphicFrameLocks noGrp="1"/>
          </p:cNvGraphicFramePr>
          <p:nvPr>
            <p:ph type="tbl" idx="1"/>
          </p:nvPr>
        </p:nvGraphicFramePr>
        <p:xfrm>
          <a:off x="468313" y="2781300"/>
          <a:ext cx="8229600" cy="1946276"/>
        </p:xfrm>
        <a:graphic>
          <a:graphicData uri="http://schemas.openxmlformats.org/drawingml/2006/table">
            <a:tbl>
              <a:tblPr/>
              <a:tblGrid>
                <a:gridCol w="1176337"/>
                <a:gridCol w="1174750"/>
                <a:gridCol w="1176338"/>
                <a:gridCol w="1174750"/>
                <a:gridCol w="1176337"/>
                <a:gridCol w="1174750"/>
                <a:gridCol w="1176338"/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美国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俄罗斯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中国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德国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英国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日本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总量（亿吨）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3385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966.5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1034.4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768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574.8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514.6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比重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8.9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6.6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4.7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04" name="Text Box 145"/>
          <p:cNvSpPr txBox="1">
            <a:spLocks noChangeArrowheads="1"/>
          </p:cNvSpPr>
          <p:nvPr/>
        </p:nvSpPr>
        <p:spPr bwMode="auto">
          <a:xfrm>
            <a:off x="2555875" y="1700213"/>
            <a:ext cx="3600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FF00"/>
                </a:solidFill>
                <a:ea typeface="黑体" pitchFamily="49" charset="-122"/>
              </a:rPr>
              <a:t>中国历史累计排放量不多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"/>
          <p:cNvPicPr>
            <a:picLocks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188913"/>
            <a:ext cx="8362950" cy="6480175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3276600" y="6413500"/>
            <a:ext cx="3263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FF00"/>
                </a:solidFill>
                <a:ea typeface="黑体" pitchFamily="49" charset="-122"/>
              </a:rPr>
              <a:t>碳排放强度较高</a:t>
            </a:r>
            <a:r>
              <a:rPr lang="en-US" altLang="zh-CN" sz="2400">
                <a:solidFill>
                  <a:srgbClr val="FFFF00"/>
                </a:solidFill>
                <a:ea typeface="黑体" pitchFamily="49" charset="-122"/>
              </a:rPr>
              <a:t>(2005)</a:t>
            </a:r>
            <a:r>
              <a:rPr lang="en-US" altLang="zh-CN"/>
              <a:t> </a:t>
            </a:r>
          </a:p>
        </p:txBody>
      </p:sp>
      <p:pic>
        <p:nvPicPr>
          <p:cNvPr id="9219" name="Picture 7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8313" y="404813"/>
            <a:ext cx="8229600" cy="585152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765175"/>
            <a:ext cx="7848600" cy="850900"/>
          </a:xfrm>
        </p:spPr>
        <p:txBody>
          <a:bodyPr/>
          <a:lstStyle/>
          <a:p>
            <a:pPr algn="l" eaLnBrk="1" hangingPunct="1"/>
            <a:r>
              <a:rPr lang="zh-CN" altLang="en-US" sz="3600" smtClean="0">
                <a:solidFill>
                  <a:srgbClr val="FFFF00"/>
                </a:solidFill>
                <a:ea typeface="黑体" pitchFamily="49" charset="-122"/>
              </a:rPr>
              <a:t>二、可进入性对经济活动区位的影响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8538" y="2060575"/>
            <a:ext cx="5545137" cy="3816350"/>
          </a:xfrm>
        </p:spPr>
        <p:txBody>
          <a:bodyPr/>
          <a:lstStyle/>
          <a:p>
            <a:pPr eaLnBrk="1" hangingPunct="1">
              <a:lnSpc>
                <a:spcPct val="135000"/>
              </a:lnSpc>
              <a:buFontTx/>
              <a:buNone/>
            </a:pP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en-US" altLang="zh-CN" sz="360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地理可进入性</a:t>
            </a: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经济可进入性</a:t>
            </a: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制度可进入性</a:t>
            </a:r>
          </a:p>
          <a:p>
            <a:pPr eaLnBrk="1" hangingPunct="1">
              <a:lnSpc>
                <a:spcPct val="135000"/>
              </a:lnSpc>
              <a:buFontTx/>
              <a:buNone/>
            </a:pPr>
            <a:r>
              <a:rPr lang="en-US" altLang="zh-CN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社会可进入性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449</Words>
  <Application>Microsoft Office PowerPoint</Application>
  <PresentationFormat>全屏显示(4:3)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宋体</vt:lpstr>
      <vt:lpstr>Calibri</vt:lpstr>
      <vt:lpstr>黑体</vt:lpstr>
      <vt:lpstr>Times New Roman</vt:lpstr>
      <vt:lpstr>默认设计模板</vt:lpstr>
      <vt:lpstr>第2章  第5节  政策因素及可进入性对经济活动 区位的影响</vt:lpstr>
      <vt:lpstr>幻灯片 2</vt:lpstr>
      <vt:lpstr>一、政府行为与政策环境对经济活动区位的影响</vt:lpstr>
      <vt:lpstr>环境政策</vt:lpstr>
      <vt:lpstr>幻灯片 5</vt:lpstr>
      <vt:lpstr>幻灯片 6</vt:lpstr>
      <vt:lpstr>幻灯片 7</vt:lpstr>
      <vt:lpstr>幻灯片 8</vt:lpstr>
      <vt:lpstr>二、可进入性对经济活动区位的影响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第4节  区域环境对经济活动区位的一般影响</dc:title>
  <dc:creator>asd</dc:creator>
  <cp:lastModifiedBy>xbany</cp:lastModifiedBy>
  <cp:revision>30</cp:revision>
  <dcterms:created xsi:type="dcterms:W3CDTF">2004-06-12T14:33:20Z</dcterms:created>
  <dcterms:modified xsi:type="dcterms:W3CDTF">2020-02-11T12:58:33Z</dcterms:modified>
</cp:coreProperties>
</file>